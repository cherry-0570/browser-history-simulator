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34587" autoAdjust="0"/>
    <p:restoredTop sz="94713" autoAdjust="0"/>
  </p:normalViewPr>
  <p:slideViewPr>
    <p:cSldViewPr>
      <p:cViewPr>
        <p:scale>
          <a:sx n="90" d="100"/>
          <a:sy n="90" d="100"/>
        </p:scale>
        <p:origin x="-2244" y="-54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64F8C3F0-2002-4FC2-A379-312828370190}"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64F8C3F0-2002-4FC2-A379-312828370190}" type="slidenum">
              <a:rPr lang="en-IN" smtClean="0"/>
              <a:pPr/>
              <a:t>‹#›</a:t>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BFD29BC-34FD-42A1-A806-96CB839B950E}" type="datetimeFigureOut">
              <a:rPr lang="en-IN" smtClean="0"/>
              <a:pPr/>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F8C3F0-2002-4FC2-A379-31282837019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6BFD29BC-34FD-42A1-A806-96CB839B950E}" type="datetimeFigureOut">
              <a:rPr lang="en-IN" smtClean="0"/>
              <a:pPr/>
              <a:t>15-04-2026</a:t>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4F8C3F0-2002-4FC2-A379-312828370190}" type="slidenum">
              <a:rPr lang="en-IN" smtClean="0"/>
              <a:pPr/>
              <a:t>‹#›</a:t>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676400"/>
            <a:ext cx="8001000" cy="1066800"/>
          </a:xfrm>
          <a:noFill/>
          <a:ln>
            <a:solidFill>
              <a:schemeClr val="tx1"/>
            </a:solidFill>
          </a:ln>
        </p:spPr>
        <p:txBody>
          <a:bodyPr>
            <a:noAutofit/>
          </a:bodyPr>
          <a:lstStyle/>
          <a:p>
            <a:pPr algn="ctr"/>
            <a:r>
              <a:rPr lang="en-US" sz="6000" dirty="0" smtClean="0">
                <a:latin typeface="Centaur" pitchFamily="18" charset="0"/>
              </a:rPr>
              <a:t>BROWSER HISTORY</a:t>
            </a:r>
            <a:br>
              <a:rPr lang="en-US" sz="6000" dirty="0" smtClean="0">
                <a:latin typeface="Centaur" pitchFamily="18" charset="0"/>
              </a:rPr>
            </a:br>
            <a:r>
              <a:rPr lang="en-US" sz="6000" dirty="0" smtClean="0">
                <a:latin typeface="Centaur" pitchFamily="18" charset="0"/>
              </a:rPr>
              <a:t>SIMULATOR</a:t>
            </a:r>
            <a:endParaRPr lang="en-IN" sz="6000" dirty="0">
              <a:latin typeface="Centaur" pitchFamily="18" charset="0"/>
            </a:endParaRPr>
          </a:p>
        </p:txBody>
      </p:sp>
      <p:sp>
        <p:nvSpPr>
          <p:cNvPr id="4" name="Subtitle 3"/>
          <p:cNvSpPr>
            <a:spLocks noGrp="1"/>
          </p:cNvSpPr>
          <p:nvPr>
            <p:ph type="subTitle" idx="1"/>
          </p:nvPr>
        </p:nvSpPr>
        <p:spPr>
          <a:xfrm>
            <a:off x="685800" y="4343400"/>
            <a:ext cx="7854696" cy="1752600"/>
          </a:xfrm>
        </p:spPr>
        <p:txBody>
          <a:bodyPr>
            <a:normAutofit fontScale="85000" lnSpcReduction="20000"/>
          </a:bodyPr>
          <a:lstStyle/>
          <a:p>
            <a:pPr algn="ctr"/>
            <a:r>
              <a:rPr lang="en-US" dirty="0" smtClean="0"/>
              <a:t>  TEAM MEMBERS  </a:t>
            </a:r>
            <a:endParaRPr lang="en-US" dirty="0" smtClean="0"/>
          </a:p>
          <a:p>
            <a:pPr algn="ctr"/>
            <a:r>
              <a:rPr lang="en-US" dirty="0" smtClean="0">
                <a:latin typeface="Arial Rounded MT Bold" pitchFamily="34" charset="0"/>
              </a:rPr>
              <a:t>D.Charishma-25A31A0570</a:t>
            </a:r>
          </a:p>
          <a:p>
            <a:pPr algn="ctr"/>
            <a:r>
              <a:rPr lang="en-US" dirty="0" err="1" smtClean="0">
                <a:latin typeface="Arial Rounded MT Bold" pitchFamily="34" charset="0"/>
              </a:rPr>
              <a:t>Ch.rama</a:t>
            </a:r>
            <a:r>
              <a:rPr lang="en-US" dirty="0" smtClean="0">
                <a:latin typeface="Arial Rounded MT Bold" pitchFamily="34" charset="0"/>
              </a:rPr>
              <a:t> devi-25A31A0569</a:t>
            </a:r>
          </a:p>
          <a:p>
            <a:pPr algn="ctr"/>
            <a:r>
              <a:rPr lang="en-US" dirty="0" smtClean="0">
                <a:latin typeface="Arial Rounded MT Bold" pitchFamily="34" charset="0"/>
              </a:rPr>
              <a:t>K.manoj-25A31A05AK</a:t>
            </a:r>
          </a:p>
          <a:p>
            <a:pPr algn="ctr"/>
            <a:r>
              <a:rPr lang="en-US" dirty="0" err="1" smtClean="0">
                <a:latin typeface="Arial Rounded MT Bold" pitchFamily="34" charset="0"/>
              </a:rPr>
              <a:t>Ch.revanth</a:t>
            </a:r>
            <a:r>
              <a:rPr lang="en-US" dirty="0" smtClean="0">
                <a:latin typeface="Arial Rounded MT Bold" pitchFamily="34" charset="0"/>
              </a:rPr>
              <a:t> sai-25A31A05AE</a:t>
            </a:r>
          </a:p>
          <a:p>
            <a:endParaRPr lang="en-US" dirty="0" smtClean="0">
              <a:latin typeface="Arial Rounded MT Bold" pitchFamily="34" charset="0"/>
            </a:endParaRPr>
          </a:p>
          <a:p>
            <a:endParaRPr lang="en-US" dirty="0" smtClean="0">
              <a:latin typeface="Arial Rounded MT Bold" pitchFamily="34" charset="0"/>
            </a:endParaRPr>
          </a:p>
          <a:p>
            <a:endParaRPr lang="en-IN" dirty="0" smtClean="0">
              <a:latin typeface="Arial Rounded MT Bold" pitchFamily="34" charset="0"/>
            </a:endParaRPr>
          </a:p>
          <a:p>
            <a:endParaRPr lang="en-US" dirty="0"/>
          </a:p>
        </p:txBody>
      </p:sp>
    </p:spTree>
    <p:extLst>
      <p:ext uri="{BB962C8B-B14F-4D97-AF65-F5344CB8AC3E}">
        <p14:creationId xmlns:p14="http://schemas.microsoft.com/office/powerpoint/2010/main" xmlns="" val="3111684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INTRODUCTION</a:t>
            </a:r>
            <a:endParaRPr lang="en-IN" dirty="0"/>
          </a:p>
        </p:txBody>
      </p:sp>
      <p:sp>
        <p:nvSpPr>
          <p:cNvPr id="2" name="Content Placeholder 1"/>
          <p:cNvSpPr>
            <a:spLocks noGrp="1"/>
          </p:cNvSpPr>
          <p:nvPr>
            <p:ph idx="1"/>
          </p:nvPr>
        </p:nvSpPr>
        <p:spPr/>
        <p:txBody>
          <a:bodyPr>
            <a:normAutofit/>
          </a:bodyPr>
          <a:lstStyle/>
          <a:p>
            <a:r>
              <a:rPr lang="en-US" b="1" dirty="0"/>
              <a:t>Browser History Simulator</a:t>
            </a:r>
            <a:endParaRPr lang="en-US" dirty="0"/>
          </a:p>
          <a:p>
            <a:r>
              <a:rPr lang="en-US" dirty="0"/>
              <a:t>The Browser History Simulator is a console-based application developed using C++ that mimics the basic functionality of a web browser’s navigation system. This project uses the stack data structure to manage browsing history efficiently. It allows users to visit new web pages, navigate backward and forward, view the current page, and clear browsing history. Although it does not load real web pages, it demonstrates how browser navigation works internally using data structures.</a:t>
            </a:r>
          </a:p>
          <a:p>
            <a:endParaRPr lang="en-IN" dirty="0"/>
          </a:p>
        </p:txBody>
      </p:sp>
    </p:spTree>
    <p:extLst>
      <p:ext uri="{BB962C8B-B14F-4D97-AF65-F5344CB8AC3E}">
        <p14:creationId xmlns:p14="http://schemas.microsoft.com/office/powerpoint/2010/main" xmlns="" val="457690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DATA STRUCTURE </a:t>
            </a:r>
            <a:endParaRPr lang="en-IN" dirty="0"/>
          </a:p>
        </p:txBody>
      </p:sp>
      <p:sp>
        <p:nvSpPr>
          <p:cNvPr id="2" name="Content Placeholder 1"/>
          <p:cNvSpPr>
            <a:spLocks noGrp="1"/>
          </p:cNvSpPr>
          <p:nvPr>
            <p:ph idx="1"/>
          </p:nvPr>
        </p:nvSpPr>
        <p:spPr/>
        <p:txBody>
          <a:bodyPr>
            <a:normAutofit fontScale="92500" lnSpcReduction="20000"/>
          </a:bodyPr>
          <a:lstStyle/>
          <a:p>
            <a:pPr marL="0" indent="0">
              <a:buNone/>
            </a:pPr>
            <a:endParaRPr lang="en-US" b="1" dirty="0"/>
          </a:p>
          <a:p>
            <a:r>
              <a:rPr lang="en-US" b="1" dirty="0"/>
              <a:t>Stack Data Structure (LIFO - Last In First Out)</a:t>
            </a:r>
            <a:endParaRPr lang="en-US" dirty="0"/>
          </a:p>
          <a:p>
            <a:r>
              <a:rPr lang="en-US" dirty="0"/>
              <a:t>The project uses </a:t>
            </a:r>
            <a:r>
              <a:rPr lang="en-US" b="1" dirty="0"/>
              <a:t>two stacks</a:t>
            </a:r>
            <a:r>
              <a:rPr lang="en-US" dirty="0"/>
              <a:t>: </a:t>
            </a:r>
          </a:p>
          <a:p>
            <a:pPr lvl="1"/>
            <a:r>
              <a:rPr lang="en-US" b="1" dirty="0"/>
              <a:t>Back Stack</a:t>
            </a:r>
            <a:r>
              <a:rPr lang="en-US" dirty="0"/>
              <a:t> → stores previously visited pages </a:t>
            </a:r>
          </a:p>
          <a:p>
            <a:pPr lvl="1"/>
            <a:r>
              <a:rPr lang="en-US" b="1" dirty="0"/>
              <a:t>Forward Stack</a:t>
            </a:r>
            <a:r>
              <a:rPr lang="en-US" dirty="0"/>
              <a:t> → stores forward pages </a:t>
            </a:r>
          </a:p>
          <a:p>
            <a:r>
              <a:rPr lang="en-US" b="1" dirty="0"/>
              <a:t>Why Stack?</a:t>
            </a:r>
            <a:endParaRPr lang="en-US" dirty="0"/>
          </a:p>
          <a:p>
            <a:r>
              <a:rPr lang="en-US" dirty="0"/>
              <a:t>Supports efficient Back and Forward operations </a:t>
            </a:r>
          </a:p>
          <a:p>
            <a:r>
              <a:rPr lang="en-US" dirty="0"/>
              <a:t>Follows LIFO principle (last visited page is accessed first) </a:t>
            </a:r>
          </a:p>
          <a:p>
            <a:r>
              <a:rPr lang="en-US" b="1" dirty="0"/>
              <a:t>Working:</a:t>
            </a:r>
            <a:endParaRPr lang="en-US" dirty="0"/>
          </a:p>
          <a:p>
            <a:r>
              <a:rPr lang="en-US" dirty="0"/>
              <a:t>Visit → push into </a:t>
            </a:r>
            <a:r>
              <a:rPr lang="en-US" dirty="0" err="1"/>
              <a:t>backStack</a:t>
            </a:r>
            <a:r>
              <a:rPr lang="en-US" dirty="0"/>
              <a:t> </a:t>
            </a:r>
          </a:p>
          <a:p>
            <a:r>
              <a:rPr lang="en-US" dirty="0"/>
              <a:t>Back → move page to </a:t>
            </a:r>
            <a:r>
              <a:rPr lang="en-US" dirty="0" err="1"/>
              <a:t>forwardStack</a:t>
            </a:r>
            <a:r>
              <a:rPr lang="en-US" dirty="0"/>
              <a:t> </a:t>
            </a:r>
          </a:p>
          <a:p>
            <a:r>
              <a:rPr lang="en-US" dirty="0"/>
              <a:t>Forward → move page back to </a:t>
            </a:r>
            <a:r>
              <a:rPr lang="en-US" dirty="0" err="1"/>
              <a:t>backStack</a:t>
            </a:r>
            <a:endParaRPr lang="en-US" dirty="0"/>
          </a:p>
          <a:p>
            <a:endParaRPr lang="en-IN" dirty="0"/>
          </a:p>
        </p:txBody>
      </p:sp>
    </p:spTree>
    <p:extLst>
      <p:ext uri="{BB962C8B-B14F-4D97-AF65-F5344CB8AC3E}">
        <p14:creationId xmlns:p14="http://schemas.microsoft.com/office/powerpoint/2010/main" xmlns="" val="3766571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ALGORITHM</a:t>
            </a:r>
            <a:endParaRPr lang="en-IN" dirty="0"/>
          </a:p>
        </p:txBody>
      </p:sp>
      <p:sp>
        <p:nvSpPr>
          <p:cNvPr id="2" name="Content Placeholder 1"/>
          <p:cNvSpPr>
            <a:spLocks noGrp="1"/>
          </p:cNvSpPr>
          <p:nvPr>
            <p:ph idx="1"/>
          </p:nvPr>
        </p:nvSpPr>
        <p:spPr/>
        <p:txBody>
          <a:bodyPr>
            <a:normAutofit fontScale="92500" lnSpcReduction="20000"/>
          </a:bodyPr>
          <a:lstStyle/>
          <a:p>
            <a:r>
              <a:rPr lang="en-IN" dirty="0"/>
              <a:t>Initialize </a:t>
            </a:r>
            <a:r>
              <a:rPr lang="en-IN" dirty="0" err="1"/>
              <a:t>backStack</a:t>
            </a:r>
            <a:r>
              <a:rPr lang="en-IN" dirty="0"/>
              <a:t>, </a:t>
            </a:r>
            <a:r>
              <a:rPr lang="en-IN" dirty="0" err="1"/>
              <a:t>forwardStack</a:t>
            </a:r>
            <a:r>
              <a:rPr lang="en-IN" dirty="0"/>
              <a:t>, and </a:t>
            </a:r>
            <a:r>
              <a:rPr lang="en-IN" dirty="0" err="1"/>
              <a:t>currentPage</a:t>
            </a:r>
            <a:r>
              <a:rPr lang="en-IN" dirty="0"/>
              <a:t> </a:t>
            </a:r>
          </a:p>
          <a:p>
            <a:r>
              <a:rPr lang="en-IN" dirty="0"/>
              <a:t>Display menu and take user input </a:t>
            </a:r>
          </a:p>
          <a:p>
            <a:r>
              <a:rPr lang="en-IN" dirty="0"/>
              <a:t>If user selects: </a:t>
            </a:r>
          </a:p>
          <a:p>
            <a:pPr lvl="1"/>
            <a:r>
              <a:rPr lang="en-IN" b="1" dirty="0"/>
              <a:t>Visit</a:t>
            </a:r>
            <a:r>
              <a:rPr lang="en-IN" dirty="0"/>
              <a:t> → Push </a:t>
            </a:r>
            <a:r>
              <a:rPr lang="en-IN" dirty="0" err="1"/>
              <a:t>currentPage</a:t>
            </a:r>
            <a:r>
              <a:rPr lang="en-IN" dirty="0"/>
              <a:t> to </a:t>
            </a:r>
            <a:r>
              <a:rPr lang="en-IN" dirty="0" err="1"/>
              <a:t>backStack</a:t>
            </a:r>
            <a:r>
              <a:rPr lang="en-IN" dirty="0"/>
              <a:t>, update </a:t>
            </a:r>
            <a:r>
              <a:rPr lang="en-IN" dirty="0" err="1"/>
              <a:t>currentPage</a:t>
            </a:r>
            <a:r>
              <a:rPr lang="en-IN" dirty="0"/>
              <a:t>, clear </a:t>
            </a:r>
            <a:r>
              <a:rPr lang="en-IN" dirty="0" err="1"/>
              <a:t>forwardStack</a:t>
            </a:r>
            <a:r>
              <a:rPr lang="en-IN" dirty="0"/>
              <a:t> </a:t>
            </a:r>
          </a:p>
          <a:p>
            <a:pPr lvl="1"/>
            <a:r>
              <a:rPr lang="en-IN" b="1" dirty="0"/>
              <a:t>Back</a:t>
            </a:r>
            <a:r>
              <a:rPr lang="en-IN" dirty="0"/>
              <a:t> → Move </a:t>
            </a:r>
            <a:r>
              <a:rPr lang="en-IN" dirty="0" err="1"/>
              <a:t>currentPage</a:t>
            </a:r>
            <a:r>
              <a:rPr lang="en-IN" dirty="0"/>
              <a:t> to </a:t>
            </a:r>
            <a:r>
              <a:rPr lang="en-IN" dirty="0" err="1"/>
              <a:t>forwardStack</a:t>
            </a:r>
            <a:r>
              <a:rPr lang="en-IN" dirty="0"/>
              <a:t>, update from </a:t>
            </a:r>
            <a:r>
              <a:rPr lang="en-IN" dirty="0" err="1"/>
              <a:t>backStack</a:t>
            </a:r>
            <a:r>
              <a:rPr lang="en-IN" dirty="0"/>
              <a:t> </a:t>
            </a:r>
          </a:p>
          <a:p>
            <a:pPr lvl="1"/>
            <a:r>
              <a:rPr lang="en-IN" b="1" dirty="0"/>
              <a:t>Forward</a:t>
            </a:r>
            <a:r>
              <a:rPr lang="en-IN" dirty="0"/>
              <a:t> → Move </a:t>
            </a:r>
            <a:r>
              <a:rPr lang="en-IN" dirty="0" err="1"/>
              <a:t>currentPage</a:t>
            </a:r>
            <a:r>
              <a:rPr lang="en-IN" dirty="0"/>
              <a:t> to </a:t>
            </a:r>
            <a:r>
              <a:rPr lang="en-IN" dirty="0" err="1"/>
              <a:t>backStack</a:t>
            </a:r>
            <a:r>
              <a:rPr lang="en-IN" dirty="0"/>
              <a:t>, update from </a:t>
            </a:r>
            <a:r>
              <a:rPr lang="en-IN" dirty="0" err="1"/>
              <a:t>forwardStack</a:t>
            </a:r>
            <a:r>
              <a:rPr lang="en-IN" dirty="0"/>
              <a:t> </a:t>
            </a:r>
          </a:p>
          <a:p>
            <a:pPr lvl="1"/>
            <a:r>
              <a:rPr lang="en-IN" b="1" dirty="0"/>
              <a:t>Clear History</a:t>
            </a:r>
            <a:r>
              <a:rPr lang="en-IN" dirty="0"/>
              <a:t> → Empty both stacks </a:t>
            </a:r>
          </a:p>
          <a:p>
            <a:r>
              <a:rPr lang="en-IN" dirty="0"/>
              <a:t>Display current page or history when required </a:t>
            </a:r>
          </a:p>
          <a:p>
            <a:r>
              <a:rPr lang="en-IN" dirty="0"/>
              <a:t>Repeat until user exits </a:t>
            </a:r>
          </a:p>
          <a:p>
            <a:endParaRPr lang="en-IN" dirty="0"/>
          </a:p>
        </p:txBody>
      </p:sp>
    </p:spTree>
    <p:extLst>
      <p:ext uri="{BB962C8B-B14F-4D97-AF65-F5344CB8AC3E}">
        <p14:creationId xmlns:p14="http://schemas.microsoft.com/office/powerpoint/2010/main" xmlns="" val="1547761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SYSTEM DIAGRAM</a:t>
            </a:r>
            <a:endParaRPr lang="en-IN" dirty="0"/>
          </a:p>
        </p:txBody>
      </p:sp>
      <p:sp>
        <p:nvSpPr>
          <p:cNvPr id="2" name="Content Placeholder 1"/>
          <p:cNvSpPr>
            <a:spLocks noGrp="1"/>
          </p:cNvSpPr>
          <p:nvPr>
            <p:ph idx="1"/>
          </p:nvPr>
        </p:nvSpPr>
        <p:spPr/>
        <p:txBody>
          <a:bodyPr>
            <a:normAutofit lnSpcReduction="10000"/>
          </a:bodyPr>
          <a:lstStyle/>
          <a:p>
            <a:r>
              <a:rPr lang="en-IN" dirty="0"/>
              <a:t>User Input</a:t>
            </a:r>
            <a:br>
              <a:rPr lang="en-IN" dirty="0"/>
            </a:br>
            <a:r>
              <a:rPr lang="en-IN" dirty="0" smtClean="0"/>
              <a:t>          ↓</a:t>
            </a:r>
            <a:r>
              <a:rPr lang="en-IN" dirty="0"/>
              <a:t/>
            </a:r>
            <a:br>
              <a:rPr lang="en-IN" dirty="0"/>
            </a:br>
            <a:r>
              <a:rPr lang="en-IN" dirty="0"/>
              <a:t>Menu Interface</a:t>
            </a:r>
            <a:br>
              <a:rPr lang="en-IN" dirty="0"/>
            </a:br>
            <a:r>
              <a:rPr lang="en-IN" dirty="0" smtClean="0"/>
              <a:t>          ↓</a:t>
            </a:r>
            <a:r>
              <a:rPr lang="en-IN" dirty="0"/>
              <a:t/>
            </a:r>
            <a:br>
              <a:rPr lang="en-IN" dirty="0"/>
            </a:br>
            <a:r>
              <a:rPr lang="en-IN" dirty="0"/>
              <a:t>Application Logic</a:t>
            </a:r>
            <a:br>
              <a:rPr lang="en-IN" dirty="0"/>
            </a:br>
            <a:r>
              <a:rPr lang="en-IN" dirty="0" smtClean="0"/>
              <a:t>          ↓</a:t>
            </a:r>
            <a:r>
              <a:rPr lang="en-IN" dirty="0"/>
              <a:t/>
            </a:r>
            <a:br>
              <a:rPr lang="en-IN" dirty="0"/>
            </a:br>
            <a:r>
              <a:rPr lang="en-IN" dirty="0" smtClean="0"/>
              <a:t>( </a:t>
            </a:r>
            <a:r>
              <a:rPr lang="en-IN" dirty="0" err="1"/>
              <a:t>backStack</a:t>
            </a:r>
            <a:r>
              <a:rPr lang="en-IN" dirty="0"/>
              <a:t> | </a:t>
            </a:r>
            <a:r>
              <a:rPr lang="en-IN" dirty="0" err="1"/>
              <a:t>forwardStack</a:t>
            </a:r>
            <a:r>
              <a:rPr lang="en-IN" dirty="0"/>
              <a:t> )</a:t>
            </a:r>
            <a:br>
              <a:rPr lang="en-IN" dirty="0"/>
            </a:br>
            <a:r>
              <a:rPr lang="en-IN" dirty="0" smtClean="0"/>
              <a:t>           ↓</a:t>
            </a:r>
            <a:r>
              <a:rPr lang="en-IN" dirty="0"/>
              <a:t/>
            </a:r>
            <a:br>
              <a:rPr lang="en-IN" dirty="0"/>
            </a:br>
            <a:r>
              <a:rPr lang="en-IN" dirty="0" err="1"/>
              <a:t>currentPage</a:t>
            </a:r>
            <a:r>
              <a:rPr lang="en-IN" dirty="0"/>
              <a:t/>
            </a:r>
            <a:br>
              <a:rPr lang="en-IN" dirty="0"/>
            </a:br>
            <a:r>
              <a:rPr lang="en-IN" dirty="0" smtClean="0"/>
              <a:t>           ↓</a:t>
            </a:r>
            <a:r>
              <a:rPr lang="en-IN" dirty="0"/>
              <a:t/>
            </a:r>
            <a:br>
              <a:rPr lang="en-IN" dirty="0"/>
            </a:br>
            <a:r>
              <a:rPr lang="en-IN" dirty="0"/>
              <a:t>Output Display</a:t>
            </a:r>
          </a:p>
        </p:txBody>
      </p:sp>
    </p:spTree>
    <p:extLst>
      <p:ext uri="{BB962C8B-B14F-4D97-AF65-F5344CB8AC3E}">
        <p14:creationId xmlns:p14="http://schemas.microsoft.com/office/powerpoint/2010/main" xmlns="" val="3801219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a:t>
            </a:r>
            <a:endParaRPr lang="en-IN" dirty="0"/>
          </a:p>
        </p:txBody>
      </p:sp>
      <p:sp>
        <p:nvSpPr>
          <p:cNvPr id="2" name="Content Placeholder 1"/>
          <p:cNvSpPr>
            <a:spLocks noGrp="1"/>
          </p:cNvSpPr>
          <p:nvPr>
            <p:ph idx="1"/>
          </p:nvPr>
        </p:nvSpPr>
        <p:spPr/>
        <p:txBody>
          <a:bodyPr>
            <a:normAutofit fontScale="85000" lnSpcReduction="20000"/>
          </a:bodyPr>
          <a:lstStyle/>
          <a:p>
            <a:r>
              <a:rPr lang="en-IN" dirty="0"/>
              <a:t>stack&lt;string&gt; </a:t>
            </a:r>
            <a:r>
              <a:rPr lang="en-IN" dirty="0" err="1"/>
              <a:t>backStack</a:t>
            </a:r>
            <a:r>
              <a:rPr lang="en-IN" dirty="0"/>
              <a:t>, </a:t>
            </a:r>
            <a:r>
              <a:rPr lang="en-IN" dirty="0" err="1"/>
              <a:t>forwardStack</a:t>
            </a:r>
            <a:r>
              <a:rPr lang="en-IN" dirty="0"/>
              <a:t>;</a:t>
            </a:r>
            <a:br>
              <a:rPr lang="en-IN" dirty="0"/>
            </a:br>
            <a:r>
              <a:rPr lang="en-IN" dirty="0"/>
              <a:t>string </a:t>
            </a:r>
            <a:r>
              <a:rPr lang="en-IN" dirty="0" err="1"/>
              <a:t>currentPage</a:t>
            </a:r>
            <a:r>
              <a:rPr lang="en-IN" dirty="0"/>
              <a:t>;</a:t>
            </a:r>
            <a:br>
              <a:rPr lang="en-IN" dirty="0"/>
            </a:br>
            <a:r>
              <a:rPr lang="en-IN" dirty="0"/>
              <a:t/>
            </a:r>
            <a:br>
              <a:rPr lang="en-IN" dirty="0"/>
            </a:br>
            <a:r>
              <a:rPr lang="en-IN" dirty="0"/>
              <a:t>void visit(string </a:t>
            </a:r>
            <a:r>
              <a:rPr lang="en-IN" dirty="0" err="1"/>
              <a:t>url</a:t>
            </a:r>
            <a:r>
              <a:rPr lang="en-IN" dirty="0"/>
              <a:t>) {</a:t>
            </a:r>
            <a:br>
              <a:rPr lang="en-IN" dirty="0"/>
            </a:br>
            <a:r>
              <a:rPr lang="en-IN" dirty="0" err="1"/>
              <a:t>backStack.push</a:t>
            </a:r>
            <a:r>
              <a:rPr lang="en-IN" dirty="0"/>
              <a:t>(</a:t>
            </a:r>
            <a:r>
              <a:rPr lang="en-IN" dirty="0" err="1"/>
              <a:t>currentPage</a:t>
            </a:r>
            <a:r>
              <a:rPr lang="en-IN" dirty="0"/>
              <a:t>);</a:t>
            </a:r>
            <a:br>
              <a:rPr lang="en-IN" dirty="0"/>
            </a:br>
            <a:r>
              <a:rPr lang="en-IN" dirty="0" err="1"/>
              <a:t>currentPage</a:t>
            </a:r>
            <a:r>
              <a:rPr lang="en-IN" dirty="0"/>
              <a:t> = </a:t>
            </a:r>
            <a:r>
              <a:rPr lang="en-IN" dirty="0" err="1"/>
              <a:t>url</a:t>
            </a:r>
            <a:r>
              <a:rPr lang="en-IN" dirty="0"/>
              <a:t>;</a:t>
            </a:r>
            <a:br>
              <a:rPr lang="en-IN" dirty="0"/>
            </a:br>
            <a:r>
              <a:rPr lang="en-IN" dirty="0"/>
              <a:t>while (!</a:t>
            </a:r>
            <a:r>
              <a:rPr lang="en-IN" dirty="0" err="1"/>
              <a:t>forwardStack.empty</a:t>
            </a:r>
            <a:r>
              <a:rPr lang="en-IN" dirty="0"/>
              <a:t>()) </a:t>
            </a:r>
            <a:r>
              <a:rPr lang="en-IN" dirty="0" err="1"/>
              <a:t>forwardStack.pop</a:t>
            </a:r>
            <a:r>
              <a:rPr lang="en-IN" dirty="0"/>
              <a:t>();</a:t>
            </a:r>
            <a:br>
              <a:rPr lang="en-IN" dirty="0"/>
            </a:br>
            <a:r>
              <a:rPr lang="en-IN" dirty="0"/>
              <a:t>}</a:t>
            </a:r>
            <a:br>
              <a:rPr lang="en-IN" dirty="0"/>
            </a:br>
            <a:r>
              <a:rPr lang="en-IN" dirty="0"/>
              <a:t/>
            </a:r>
            <a:br>
              <a:rPr lang="en-IN" dirty="0"/>
            </a:br>
            <a:r>
              <a:rPr lang="en-IN" dirty="0"/>
              <a:t>void back() {</a:t>
            </a:r>
            <a:br>
              <a:rPr lang="en-IN" dirty="0"/>
            </a:br>
            <a:r>
              <a:rPr lang="en-IN" dirty="0"/>
              <a:t>if (!</a:t>
            </a:r>
            <a:r>
              <a:rPr lang="en-IN" dirty="0" err="1"/>
              <a:t>backStack.empty</a:t>
            </a:r>
            <a:r>
              <a:rPr lang="en-IN" dirty="0"/>
              <a:t>()) {</a:t>
            </a:r>
            <a:br>
              <a:rPr lang="en-IN" dirty="0"/>
            </a:br>
            <a:r>
              <a:rPr lang="en-IN" dirty="0" err="1"/>
              <a:t>forwardStack.push</a:t>
            </a:r>
            <a:r>
              <a:rPr lang="en-IN" dirty="0"/>
              <a:t>(</a:t>
            </a:r>
            <a:r>
              <a:rPr lang="en-IN" dirty="0" err="1"/>
              <a:t>currentPage</a:t>
            </a:r>
            <a:r>
              <a:rPr lang="en-IN" dirty="0"/>
              <a:t>);</a:t>
            </a:r>
            <a:br>
              <a:rPr lang="en-IN" dirty="0"/>
            </a:br>
            <a:r>
              <a:rPr lang="en-IN" dirty="0" err="1"/>
              <a:t>currentPage</a:t>
            </a:r>
            <a:r>
              <a:rPr lang="en-IN" dirty="0"/>
              <a:t> = </a:t>
            </a:r>
            <a:r>
              <a:rPr lang="en-IN" dirty="0" err="1"/>
              <a:t>backStack.top</a:t>
            </a:r>
            <a:r>
              <a:rPr lang="en-IN" dirty="0"/>
              <a:t>();</a:t>
            </a:r>
            <a:br>
              <a:rPr lang="en-IN" dirty="0"/>
            </a:br>
            <a:r>
              <a:rPr lang="en-IN" dirty="0" err="1"/>
              <a:t>backStack.pop</a:t>
            </a:r>
            <a:r>
              <a:rPr lang="en-IN" dirty="0"/>
              <a:t>();</a:t>
            </a:r>
            <a:br>
              <a:rPr lang="en-IN" dirty="0"/>
            </a:br>
            <a:r>
              <a:rPr lang="en-IN" dirty="0"/>
              <a:t>}</a:t>
            </a:r>
            <a:br>
              <a:rPr lang="en-IN" dirty="0"/>
            </a:br>
            <a:r>
              <a:rPr lang="en-IN" dirty="0"/>
              <a:t>}</a:t>
            </a:r>
          </a:p>
        </p:txBody>
      </p:sp>
    </p:spTree>
    <p:extLst>
      <p:ext uri="{BB962C8B-B14F-4D97-AF65-F5344CB8AC3E}">
        <p14:creationId xmlns:p14="http://schemas.microsoft.com/office/powerpoint/2010/main" xmlns="" val="2562998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OUTPUT</a:t>
            </a:r>
            <a:endParaRPr lang="en-IN" dirty="0"/>
          </a:p>
        </p:txBody>
      </p:sp>
      <p:sp>
        <p:nvSpPr>
          <p:cNvPr id="2" name="Content Placeholder 1"/>
          <p:cNvSpPr>
            <a:spLocks noGrp="1"/>
          </p:cNvSpPr>
          <p:nvPr>
            <p:ph idx="1"/>
          </p:nvPr>
        </p:nvSpPr>
        <p:spPr/>
        <p:txBody>
          <a:bodyPr>
            <a:normAutofit fontScale="70000" lnSpcReduction="20000"/>
          </a:bodyPr>
          <a:lstStyle/>
          <a:p>
            <a:r>
              <a:rPr lang="en-IN" dirty="0"/>
              <a:t>--- Browser History Simulator ---</a:t>
            </a:r>
          </a:p>
          <a:p>
            <a:r>
              <a:rPr lang="en-IN" dirty="0"/>
              <a:t>1. Visit New Page</a:t>
            </a:r>
          </a:p>
          <a:p>
            <a:r>
              <a:rPr lang="en-IN" dirty="0"/>
              <a:t>2. Go Back</a:t>
            </a:r>
          </a:p>
          <a:p>
            <a:r>
              <a:rPr lang="en-IN" dirty="0"/>
              <a:t>3. Go Forward</a:t>
            </a:r>
          </a:p>
          <a:p>
            <a:r>
              <a:rPr lang="en-IN" dirty="0"/>
              <a:t>4. Show Current Page</a:t>
            </a:r>
          </a:p>
          <a:p>
            <a:r>
              <a:rPr lang="en-IN" dirty="0"/>
              <a:t>5. Show Full History</a:t>
            </a:r>
          </a:p>
          <a:p>
            <a:r>
              <a:rPr lang="en-IN" dirty="0"/>
              <a:t>6. Clear History</a:t>
            </a:r>
          </a:p>
          <a:p>
            <a:r>
              <a:rPr lang="en-IN" dirty="0"/>
              <a:t>7. Exit</a:t>
            </a:r>
          </a:p>
          <a:p>
            <a:endParaRPr lang="en-IN" dirty="0"/>
          </a:p>
          <a:p>
            <a:r>
              <a:rPr lang="en-IN" dirty="0"/>
              <a:t>Enter choice: 1</a:t>
            </a:r>
          </a:p>
          <a:p>
            <a:r>
              <a:rPr lang="en-IN" dirty="0"/>
              <a:t>Enter URL: google.com</a:t>
            </a:r>
          </a:p>
          <a:p>
            <a:r>
              <a:rPr lang="en-IN" dirty="0"/>
              <a:t>Visited: google.com</a:t>
            </a:r>
          </a:p>
          <a:p>
            <a:endParaRPr lang="en-IN" dirty="0"/>
          </a:p>
          <a:p>
            <a:r>
              <a:rPr lang="en-IN" dirty="0"/>
              <a:t>Enter choice: 2</a:t>
            </a:r>
          </a:p>
          <a:p>
            <a:r>
              <a:rPr lang="en-IN" dirty="0"/>
              <a:t>Current Page: home.com</a:t>
            </a:r>
          </a:p>
        </p:txBody>
      </p:sp>
    </p:spTree>
    <p:extLst>
      <p:ext uri="{BB962C8B-B14F-4D97-AF65-F5344CB8AC3E}">
        <p14:creationId xmlns:p14="http://schemas.microsoft.com/office/powerpoint/2010/main" xmlns="" val="314901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CONCLUSION</a:t>
            </a:r>
            <a:endParaRPr lang="en-IN" dirty="0"/>
          </a:p>
        </p:txBody>
      </p:sp>
      <p:sp>
        <p:nvSpPr>
          <p:cNvPr id="2" name="Content Placeholder 1"/>
          <p:cNvSpPr>
            <a:spLocks noGrp="1"/>
          </p:cNvSpPr>
          <p:nvPr>
            <p:ph idx="1"/>
          </p:nvPr>
        </p:nvSpPr>
        <p:spPr/>
        <p:txBody>
          <a:bodyPr>
            <a:normAutofit/>
          </a:bodyPr>
          <a:lstStyle/>
          <a:p>
            <a:pPr marL="0" indent="0">
              <a:buNone/>
            </a:pPr>
            <a:r>
              <a:rPr lang="en-US" dirty="0"/>
              <a:t>The Browser History Simulator successfully demonstrates how stacks can be used to manage browser navigation efficiently. It provides a practical understanding of data structures and their real-world applications. The project enhances problem-solving skills and shows how simple concepts like stacks can be used to simulate complex systems such as web browsers. It can be further improved by adding graphical interfaces and real-time browser integration.</a:t>
            </a:r>
            <a:endParaRPr lang="en-IN" dirty="0"/>
          </a:p>
        </p:txBody>
      </p:sp>
    </p:spTree>
    <p:extLst>
      <p:ext uri="{BB962C8B-B14F-4D97-AF65-F5344CB8AC3E}">
        <p14:creationId xmlns:p14="http://schemas.microsoft.com/office/powerpoint/2010/main" xmlns="" val="37721055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TotalTime>
  <Words>370</Words>
  <Application>Microsoft Office PowerPoint</Application>
  <PresentationFormat>On-screen Show (4:3)</PresentationFormat>
  <Paragraphs>56</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Flow</vt:lpstr>
      <vt:lpstr>BROWSER HISTORY SIMULATOR</vt:lpstr>
      <vt:lpstr>INTRODUCTION</vt:lpstr>
      <vt:lpstr>DATA STRUCTURE </vt:lpstr>
      <vt:lpstr>ALGORITHM</vt:lpstr>
      <vt:lpstr>SYSTEM DIAGRAM</vt:lpstr>
      <vt:lpstr>CODE</vt:lpstr>
      <vt:lpstr>OUTPUT</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BROWSER HISTORY SIMULATOR</dc:title>
  <dc:creator>HP</dc:creator>
  <cp:lastModifiedBy>Pragati</cp:lastModifiedBy>
  <cp:revision>6</cp:revision>
  <dcterms:created xsi:type="dcterms:W3CDTF">2026-04-14T16:24:42Z</dcterms:created>
  <dcterms:modified xsi:type="dcterms:W3CDTF">2026-04-15T04:02:24Z</dcterms:modified>
</cp:coreProperties>
</file>